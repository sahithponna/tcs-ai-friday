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Capital Markets Regulatory Compliance Query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Hackathon Prototype – Regulatory Q&amp;A over Basel, SEC, EU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Problem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Regulations are long, complex and frequently updated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Manual review is slow and error-prone for compliance teams</a:t>
            </a:r>
          </a:p>
          <a:p>
            <a:pPr>
              <a:defRPr sz="1800" b="1">
                <a:solidFill>
                  <a:srgbClr val="282828"/>
                </a:solidFill>
              </a:defRPr>
            </a:pPr>
            <a:r>
              <a:t>Objective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Provide a GenAI-powered assistant to answer capital markets regulatory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Regulatory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Regulatory Data – synthetic_regulatory_sample.txt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Structured blocks per regulation: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Title, Effective Date, Jurisdiction, Hierarchy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Narrative description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Obligation Summary (numbered list)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Excerpt Reference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Sample coverage: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Basel III Liquidity Coverage Ratio (LCR)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Basel III Capital Conservation Buffer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SEC Best Execution &amp; Reg NMS Rule 611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EU MAR – Insider Information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/>
            </a:pPr>
            <a:r>
              <a:t>User &amp; UI Layer</a:t>
            </a:r>
          </a:p>
          <a:p>
            <a:pPr lvl="1">
              <a:defRPr sz="1600"/>
            </a:pPr>
            <a:r>
              <a:t>Streamlit web app (app.py)</a:t>
            </a:r>
          </a:p>
          <a:p>
            <a:pPr lvl="1">
              <a:defRPr sz="1600"/>
            </a:pPr>
            <a:r>
              <a:t>Model selector for allowed GenAI models</a:t>
            </a:r>
          </a:p>
          <a:p>
            <a:pPr lvl="1">
              <a:defRPr sz="1600"/>
            </a:pPr>
            <a:r>
              <a:t>Question input and answers view</a:t>
            </a:r>
          </a:p>
          <a:p>
            <a:pPr>
              <a:defRPr b="1" sz="1800"/>
            </a:pPr>
            <a:r>
              <a:t>Backend Pipeline</a:t>
            </a:r>
          </a:p>
          <a:p>
            <a:pPr lvl="1">
              <a:defRPr sz="1600"/>
            </a:pPr>
            <a:r>
              <a:t>Load TXT/PDF regulatory docs from data/</a:t>
            </a:r>
          </a:p>
          <a:p>
            <a:pPr lvl="1">
              <a:defRPr sz="1600"/>
            </a:pPr>
            <a:r>
              <a:t>Chunk text + compute embeddings (OpenAIEmbeddings)</a:t>
            </a:r>
          </a:p>
          <a:p>
            <a:pPr lvl="1">
              <a:defRPr sz="1600"/>
            </a:pPr>
            <a:r>
              <a:t>Store &amp; search with Chroma vector DB</a:t>
            </a:r>
          </a:p>
          <a:p>
            <a:pPr lvl="1">
              <a:defRPr sz="1600"/>
            </a:pPr>
            <a:r>
              <a:t>LLM (ChatOpenAI via GenAI Lab) with compliance system prompt</a:t>
            </a:r>
          </a:p>
          <a:p>
            <a:pPr lvl="1">
              <a:defRPr sz="1600"/>
            </a:pPr>
            <a:r>
              <a:t>Answer generation with cited sources + PDF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End-to-End Workflow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1. Ingest regulatory files from data/ (TXT, PDF)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2. Split documents into overlapping chunks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3. Create / load Chroma vector store with embeddings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4. User asks a natural-language question in Streamlit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5. Retrieve top-k relevant chunks via similarity_search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6. LLM answers using only retrieved context, citing sources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7. Optionally export the full Q&amp;A session as a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Code &amp;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Code Structure (key files)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app.py: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Streamlit UI, model selection, question handling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Vector store build &amp; caching, answer_query function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data/: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Contains synthetic_regulatory_sample.txt and other docs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vectorstore/: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Persisted Chroma collection (reg_docs)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exports/:</a:t>
            </a:r>
          </a:p>
          <a:p>
            <a:pPr lvl="2">
              <a:defRPr sz="1800">
                <a:solidFill>
                  <a:srgbClr val="282828"/>
                </a:solidFill>
              </a:defRPr>
            </a:pPr>
            <a:r>
              <a:t>PDF exports of Q&amp;A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Technology Stack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Python + Streamlit for UI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LangChain for loaders, text splitting and LLM wrappers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Chroma as vector database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OpenAI-compatible embeddings &amp; Chat models via GenAI Lab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fpdf for exporting Q&amp;A sessions as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Compliance assistant prototype ready for demo</a:t>
            </a:r>
          </a:p>
          <a:p>
            <a:pPr lvl="1" algn="l">
              <a:defRPr sz="1800"/>
            </a:pPr>
            <a:r>
              <a:t>Faster access to Basel, SEC, EU obligations via natural language Q&amp;A</a:t>
            </a:r>
          </a:p>
          <a:p>
            <a:pPr lvl="1" algn="l">
              <a:defRPr sz="1800"/>
            </a:pPr>
            <a:r>
              <a:t>Cited sources for transparency and auditability</a:t>
            </a:r>
          </a:p>
          <a:p>
            <a:pPr lvl="1" algn="l">
              <a:defRPr sz="1800"/>
            </a:pPr>
            <a:r>
              <a:t>Next: add more regulations, better parsing, and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